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ayming-france.github.io/duerp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dat-externalisation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dat-externalisation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dat-externalisation&amp;utm_content=testimonia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571885" y="2152744"/>
            <a:ext cx="3047923" cy="35961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47663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096047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