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ayming-france.github.io/duerp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dat-externalisation&amp;utm_content=testimonial" TargetMode="External"/><Relationship Id="rId4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dat-externalisation&amp;utm_content=testimonial" TargetMode="External"/><Relationship Id="rId5" Type="http://schemas.openxmlformats.org/officeDocument/2006/relationships/hyperlink" Target="https://www.ayming.fr/temoignages-clients/colruyt-securise-ses-couts-lies-aux-at-mp/?utm_source=slides-sales&amp;utm_medium=print&amp;utm_campaign=dat-externalisation&amp;utm_content=testimonia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397718" y="2031933"/>
            <a:ext cx="3396257" cy="40071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58529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291585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324641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