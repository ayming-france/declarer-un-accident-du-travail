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ayming-france.github.io/duerp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dat-externalisation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dat-externalisation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dat-externalisation&amp;utm_content=testimonia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397718" y="2031933"/>
            <a:ext cx="3396257" cy="40071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291585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324641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