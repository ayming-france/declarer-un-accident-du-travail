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ayming-france.github.io/duerp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www.ayming.fr/temoignages-clients/stef-ameliore-pilotage-arret-travail-et-risques-professionnels/?utm_source=slides-sales&amp;utm_medium=print&amp;utm_campaign=dat-externalisation&amp;utm_content=testimonial" TargetMode="External"/><Relationship Id="rId4" Type="http://schemas.openxmlformats.org/officeDocument/2006/relationships/hyperlink" Target="https://www.ayming.fr/temoignages-clients/gemfos-reussi-a-reduire-les-accidents-du-travail-et-optimiser-la-gestion-des-absences/?utm_source=slides-sales&amp;utm_medium=print&amp;utm_campaign=dat-externalisation&amp;utm_content=testimonial" TargetMode="External"/><Relationship Id="rId5" Type="http://schemas.openxmlformats.org/officeDocument/2006/relationships/hyperlink" Target="https://www.ayming.fr/temoignages-clients/colruyt-securise-ses-couts-lies-aux-at-mp/?utm_source=slides-sales&amp;utm_medium=print&amp;utm_campaign=dat-externalisation&amp;utm_content=testimonia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762380" y="2152744"/>
            <a:ext cx="3047923" cy="35961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04772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667133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286542" y="1699128"/>
            <a:ext cx="323841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